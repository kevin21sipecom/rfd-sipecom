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Ficticio, solo para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Demostración: portal de reclamos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Registrar reclamos en línea</a:t>
            </a:r>
          </a:p>
          <a:p>
            <a:r>
              <a:t>Notificar al cliente por correo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45720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Acción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 reclamo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